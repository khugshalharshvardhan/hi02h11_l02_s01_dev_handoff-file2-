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72865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0B3D8C"/>
                </a:solidFill>
              </a:rPr>
              <a:t>HI02H11_L02_S01 — मात्राओं की रेल</a:t>
            </a:r>
          </a:p>
          <a:p>
            <a:pPr algn="ctr"/>
            <a:r>
              <a:rPr sz="1800">
                <a:solidFill>
                  <a:srgbClr val="5A6678"/>
                </a:solidFill>
              </a:rPr>
              <a:t>Page-by-page review · 17 pages</a:t>
            </a:r>
          </a:p>
          <a:p>
            <a:pPr algn="ctr"/>
            <a:r>
              <a:rPr sz="1200">
                <a:solidFill>
                  <a:srgbClr val="5A6678"/>
                </a:solidFill>
              </a:rPr>
              <a:t>reviewing build ecf19f85d7cb  (HI02H11_L02_S01.html)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B3D8C"/>
                </a:solidFill>
              </a:rPr>
              <a:t>Page 1 · 00_landing.png</a:t>
            </a:r>
          </a:p>
        </p:txBody>
      </p:sp>
      <p:pic>
        <p:nvPicPr>
          <p:cNvPr id="3" name="Picture 2" descr="00_lan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7680960" cy="37128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0" y="731520"/>
            <a:ext cx="3596335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B3D8C"/>
                </a:solidFill>
              </a:rPr>
              <a:t>Recommendations</a:t>
            </a:r>
          </a:p>
          <a:p>
            <a:r>
              <a:rPr sz="1300">
                <a:solidFill>
                  <a:srgbClr val="1B2A44"/>
                </a:solidFill>
              </a:rPr>
              <a:t>• 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B3D8C"/>
                </a:solidFill>
              </a:rPr>
              <a:t>Page 2 · 01_T1_MATRA_PAIRS.png</a:t>
            </a:r>
          </a:p>
        </p:txBody>
      </p:sp>
      <p:pic>
        <p:nvPicPr>
          <p:cNvPr id="3" name="Picture 2" descr="01_T1_MATRA_PAI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7680960" cy="37128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0" y="731520"/>
            <a:ext cx="3596335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B3D8C"/>
                </a:solidFill>
              </a:rPr>
              <a:t>Recommendations</a:t>
            </a:r>
          </a:p>
          <a:p>
            <a:r>
              <a:rPr sz="1300">
                <a:solidFill>
                  <a:srgbClr val="1B2A44"/>
                </a:solidFill>
              </a:rPr>
              <a:t>• 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B3D8C"/>
                </a:solidFill>
              </a:rPr>
              <a:t>Page 3 · 02_T2_MATRA_BUILD.png</a:t>
            </a:r>
          </a:p>
        </p:txBody>
      </p:sp>
      <p:pic>
        <p:nvPicPr>
          <p:cNvPr id="3" name="Picture 2" descr="02_T2_MATRA_BUI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7680960" cy="37128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0" y="731520"/>
            <a:ext cx="3596335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B3D8C"/>
                </a:solidFill>
              </a:rPr>
              <a:t>Recommendations</a:t>
            </a:r>
          </a:p>
          <a:p>
            <a:r>
              <a:rPr sz="1300">
                <a:solidFill>
                  <a:srgbClr val="1B2A44"/>
                </a:solidFill>
              </a:rPr>
              <a:t>• 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B3D8C"/>
                </a:solidFill>
              </a:rPr>
              <a:t>Page 4 · 03_T3_MEET_EXAMPLES.png</a:t>
            </a:r>
          </a:p>
        </p:txBody>
      </p:sp>
      <p:pic>
        <p:nvPicPr>
          <p:cNvPr id="3" name="Picture 2" descr="03_T3_MEET_EX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7680960" cy="37128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0" y="731520"/>
            <a:ext cx="3596335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B3D8C"/>
                </a:solidFill>
              </a:rPr>
              <a:t>Recommendations</a:t>
            </a:r>
          </a:p>
          <a:p>
            <a:r>
              <a:rPr sz="1300">
                <a:solidFill>
                  <a:srgbClr val="1B2A44"/>
                </a:solidFill>
              </a:rPr>
              <a:t>• —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B3D8C"/>
                </a:solidFill>
              </a:rPr>
              <a:t>Page 5 · 04_T4_MATRA_BUILD.png</a:t>
            </a:r>
          </a:p>
        </p:txBody>
      </p:sp>
      <p:pic>
        <p:nvPicPr>
          <p:cNvPr id="3" name="Picture 2" descr="04_T4_MATRA_BUI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7680960" cy="37128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0" y="731520"/>
            <a:ext cx="3596335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B3D8C"/>
                </a:solidFill>
              </a:rPr>
              <a:t>Recommendations</a:t>
            </a:r>
          </a:p>
          <a:p>
            <a:r>
              <a:rPr sz="1300">
                <a:solidFill>
                  <a:srgbClr val="1B2A44"/>
                </a:solidFill>
              </a:rPr>
              <a:t>• 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B3D8C"/>
                </a:solidFill>
              </a:rPr>
              <a:t>Page 6 · 05_T5_MEET_EXAMPLES.png</a:t>
            </a:r>
          </a:p>
        </p:txBody>
      </p:sp>
      <p:pic>
        <p:nvPicPr>
          <p:cNvPr id="3" name="Picture 2" descr="05_T5_MEET_EX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7680960" cy="37128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0" y="731520"/>
            <a:ext cx="3596335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B3D8C"/>
                </a:solidFill>
              </a:rPr>
              <a:t>Recommendations</a:t>
            </a:r>
          </a:p>
          <a:p>
            <a:r>
              <a:rPr sz="1300">
                <a:solidFill>
                  <a:srgbClr val="1B2A44"/>
                </a:solidFill>
              </a:rPr>
              <a:t>• —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B3D8C"/>
                </a:solidFill>
              </a:rPr>
              <a:t>Page 7 · 06_T6_MATRA_BUILD.png</a:t>
            </a:r>
          </a:p>
        </p:txBody>
      </p:sp>
      <p:pic>
        <p:nvPicPr>
          <p:cNvPr id="3" name="Picture 2" descr="06_T6_MATRA_BUI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7680960" cy="37128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0" y="731520"/>
            <a:ext cx="3596335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B3D8C"/>
                </a:solidFill>
              </a:rPr>
              <a:t>Recommendations</a:t>
            </a:r>
          </a:p>
          <a:p>
            <a:r>
              <a:rPr sz="1300">
                <a:solidFill>
                  <a:srgbClr val="1B2A44"/>
                </a:solidFill>
              </a:rPr>
              <a:t>• —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B3D8C"/>
                </a:solidFill>
              </a:rPr>
              <a:t>Page 8 · 07_T7_MEET_EXAMPLES.png</a:t>
            </a:r>
          </a:p>
        </p:txBody>
      </p:sp>
      <p:pic>
        <p:nvPicPr>
          <p:cNvPr id="3" name="Picture 2" descr="07_T7_MEET_EX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7680960" cy="37128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0" y="731520"/>
            <a:ext cx="3596335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B3D8C"/>
                </a:solidFill>
              </a:rPr>
              <a:t>Recommendations</a:t>
            </a:r>
          </a:p>
          <a:p>
            <a:r>
              <a:rPr sz="1300">
                <a:solidFill>
                  <a:srgbClr val="1B2A44"/>
                </a:solidFill>
              </a:rPr>
              <a:t>• —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B3D8C"/>
                </a:solidFill>
              </a:rPr>
              <a:t>Page 9 · 08_G1_TRAIN_TAP.png</a:t>
            </a:r>
          </a:p>
        </p:txBody>
      </p:sp>
      <p:pic>
        <p:nvPicPr>
          <p:cNvPr id="3" name="Picture 2" descr="08_G1_TRAIN_T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7680960" cy="37128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0" y="731520"/>
            <a:ext cx="3596335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B3D8C"/>
                </a:solidFill>
              </a:rPr>
              <a:t>Recommendations</a:t>
            </a:r>
          </a:p>
          <a:p>
            <a:r>
              <a:rPr sz="1300">
                <a:solidFill>
                  <a:srgbClr val="1B2A44"/>
                </a:solidFill>
              </a:rPr>
              <a:t>• —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B3D8C"/>
                </a:solidFill>
              </a:rPr>
              <a:t>Page 10 · 09_G2_TRAIN_TAP.png</a:t>
            </a:r>
          </a:p>
        </p:txBody>
      </p:sp>
      <p:pic>
        <p:nvPicPr>
          <p:cNvPr id="3" name="Picture 2" descr="09_G2_TRAIN_T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7680960" cy="37128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0" y="731520"/>
            <a:ext cx="3596335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B3D8C"/>
                </a:solidFill>
              </a:rPr>
              <a:t>Recommendations</a:t>
            </a:r>
          </a:p>
          <a:p>
            <a:r>
              <a:rPr sz="1300">
                <a:solidFill>
                  <a:srgbClr val="1B2A44"/>
                </a:solidFill>
              </a:rPr>
              <a:t>• —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B3D8C"/>
                </a:solidFill>
              </a:rPr>
              <a:t>Page 11 · 10_G3_TRAIN_TAP.png</a:t>
            </a:r>
          </a:p>
        </p:txBody>
      </p:sp>
      <p:pic>
        <p:nvPicPr>
          <p:cNvPr id="3" name="Picture 2" descr="10_G3_TRAIN_T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7680960" cy="37128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0" y="731520"/>
            <a:ext cx="3596335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B3D8C"/>
                </a:solidFill>
              </a:rPr>
              <a:t>Recommendations</a:t>
            </a:r>
          </a:p>
          <a:p>
            <a:r>
              <a:rPr sz="1300">
                <a:solidFill>
                  <a:srgbClr val="1B2A44"/>
                </a:solidFill>
              </a:rPr>
              <a:t>• —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B3D8C"/>
                </a:solidFill>
              </a:rPr>
              <a:t>Page 12 · 11_G4_TRAIN_SORT.png</a:t>
            </a:r>
          </a:p>
        </p:txBody>
      </p:sp>
      <p:pic>
        <p:nvPicPr>
          <p:cNvPr id="3" name="Picture 2" descr="11_G4_TRAIN_S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7680960" cy="37128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0" y="731520"/>
            <a:ext cx="3596335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B3D8C"/>
                </a:solidFill>
              </a:rPr>
              <a:t>Recommendations</a:t>
            </a:r>
          </a:p>
          <a:p>
            <a:r>
              <a:rPr sz="1300">
                <a:solidFill>
                  <a:srgbClr val="1B2A44"/>
                </a:solidFill>
              </a:rPr>
              <a:t>• —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B3D8C"/>
                </a:solidFill>
              </a:rPr>
              <a:t>Page 13 · 12_P1_TRAIN_SORT.png</a:t>
            </a:r>
          </a:p>
        </p:txBody>
      </p:sp>
      <p:pic>
        <p:nvPicPr>
          <p:cNvPr id="3" name="Picture 2" descr="12_P1_TRAIN_S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7680960" cy="37128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0" y="731520"/>
            <a:ext cx="3596335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B3D8C"/>
                </a:solidFill>
              </a:rPr>
              <a:t>Recommendations</a:t>
            </a:r>
          </a:p>
          <a:p>
            <a:r>
              <a:rPr sz="1300">
                <a:solidFill>
                  <a:srgbClr val="1B2A44"/>
                </a:solidFill>
              </a:rPr>
              <a:t>• —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B3D8C"/>
                </a:solidFill>
              </a:rPr>
              <a:t>Page 14 · 13_P2_MATRA_FILL.png</a:t>
            </a:r>
          </a:p>
        </p:txBody>
      </p:sp>
      <p:pic>
        <p:nvPicPr>
          <p:cNvPr id="3" name="Picture 2" descr="13_P2_MATRA_FI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7680960" cy="37128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0" y="731520"/>
            <a:ext cx="3596335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B3D8C"/>
                </a:solidFill>
              </a:rPr>
              <a:t>Recommendations</a:t>
            </a:r>
          </a:p>
          <a:p>
            <a:r>
              <a:rPr sz="1300">
                <a:solidFill>
                  <a:srgbClr val="1B2A44"/>
                </a:solidFill>
              </a:rPr>
              <a:t>• —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B3D8C"/>
                </a:solidFill>
              </a:rPr>
              <a:t>Page 15 · 14_P3_TRAIN_SORT.png</a:t>
            </a:r>
          </a:p>
        </p:txBody>
      </p:sp>
      <p:pic>
        <p:nvPicPr>
          <p:cNvPr id="3" name="Picture 2" descr="14_P3_TRAIN_S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7680960" cy="37128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0" y="731520"/>
            <a:ext cx="3596335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B3D8C"/>
                </a:solidFill>
              </a:rPr>
              <a:t>Recommendations</a:t>
            </a:r>
          </a:p>
          <a:p>
            <a:r>
              <a:rPr sz="1300">
                <a:solidFill>
                  <a:srgbClr val="1B2A44"/>
                </a:solidFill>
              </a:rPr>
              <a:t>• —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B3D8C"/>
                </a:solidFill>
              </a:rPr>
              <a:t>Page 16 · 15_P4_POEM_SEARCH.png</a:t>
            </a:r>
          </a:p>
        </p:txBody>
      </p:sp>
      <p:pic>
        <p:nvPicPr>
          <p:cNvPr id="3" name="Picture 2" descr="15_P4_POEM_SE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7680960" cy="37128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0" y="731520"/>
            <a:ext cx="3596335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B3D8C"/>
                </a:solidFill>
              </a:rPr>
              <a:t>Recommendations</a:t>
            </a:r>
          </a:p>
          <a:p>
            <a:r>
              <a:rPr sz="1300">
                <a:solidFill>
                  <a:srgbClr val="1B2A44"/>
                </a:solidFill>
              </a:rPr>
              <a:t>• —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B3D8C"/>
                </a:solidFill>
              </a:rPr>
              <a:t>Page 17 · 16_CEL_CELEBRATION.png</a:t>
            </a:r>
          </a:p>
        </p:txBody>
      </p:sp>
      <p:pic>
        <p:nvPicPr>
          <p:cNvPr id="3" name="Picture 2" descr="16_CEL_CELE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7680960" cy="37128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0" y="731520"/>
            <a:ext cx="3596335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B3D8C"/>
                </a:solidFill>
              </a:rPr>
              <a:t>Recommendations</a:t>
            </a:r>
          </a:p>
          <a:p>
            <a:r>
              <a:rPr sz="1300">
                <a:solidFill>
                  <a:srgbClr val="1B2A44"/>
                </a:solidFill>
              </a:rPr>
              <a:t>• 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reviewing build ecf19f85d7cb  (HI02H11_L02_S01.html)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