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B3D8C"/>
                </a:solidFill>
              </a:rPr>
              <a:t>HI02H11_L02_S01 — मात्राओं की रेल</a:t>
            </a:r>
          </a:p>
          <a:p>
            <a:pPr algn="ctr"/>
            <a:r>
              <a:rPr sz="1800">
                <a:solidFill>
                  <a:srgbClr val="5A6678"/>
                </a:solidFill>
              </a:rPr>
              <a:t>Page-by-page review · 17 pages</a:t>
            </a:r>
          </a:p>
          <a:p>
            <a:pPr algn="ctr"/>
            <a:r>
              <a:rPr sz="1200">
                <a:solidFill>
                  <a:srgbClr val="5A6678"/>
                </a:solidFill>
              </a:rPr>
              <a:t>reviewing build 90a0c4717e80  (HI02H11_L02_S01.html)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 · 00_landing.png</a:t>
            </a:r>
          </a:p>
        </p:txBody>
      </p:sp>
      <p:pic>
        <p:nvPicPr>
          <p:cNvPr id="3" name="Picture 2" descr="00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2 · 01_T1_MATRA_PAIRS.png</a:t>
            </a:r>
          </a:p>
        </p:txBody>
      </p:sp>
      <p:pic>
        <p:nvPicPr>
          <p:cNvPr id="3" name="Picture 2" descr="01_T1_MATRA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3 · 02_T2_MATRA_BUILD.png</a:t>
            </a:r>
          </a:p>
        </p:txBody>
      </p:sp>
      <p:pic>
        <p:nvPicPr>
          <p:cNvPr id="3" name="Picture 2" descr="02_T2_MATRA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4 · 03_T3_MEET_EXAMPLES.png</a:t>
            </a:r>
          </a:p>
        </p:txBody>
      </p:sp>
      <p:pic>
        <p:nvPicPr>
          <p:cNvPr id="3" name="Picture 2" descr="03_T3_MEET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5 · 04_T4_MATRA_BUILD.png</a:t>
            </a:r>
          </a:p>
        </p:txBody>
      </p:sp>
      <p:pic>
        <p:nvPicPr>
          <p:cNvPr id="3" name="Picture 2" descr="04_T4_MATRA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6 · 05_T5_MEET_EXAMPLES.png</a:t>
            </a:r>
          </a:p>
        </p:txBody>
      </p:sp>
      <p:pic>
        <p:nvPicPr>
          <p:cNvPr id="3" name="Picture 2" descr="05_T5_MEET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7 · 06_T6_MATRA_BUILD.png</a:t>
            </a:r>
          </a:p>
        </p:txBody>
      </p:sp>
      <p:pic>
        <p:nvPicPr>
          <p:cNvPr id="3" name="Picture 2" descr="06_T6_MATRA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8 · 07_T7_MEET_EXAMPLES.png</a:t>
            </a:r>
          </a:p>
        </p:txBody>
      </p:sp>
      <p:pic>
        <p:nvPicPr>
          <p:cNvPr id="3" name="Picture 2" descr="07_T7_MEET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9 · 08_G1_TRAIN_TAP.png</a:t>
            </a:r>
          </a:p>
        </p:txBody>
      </p:sp>
      <p:pic>
        <p:nvPicPr>
          <p:cNvPr id="3" name="Picture 2" descr="08_G1_TRAI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10 · 09_G2_TRAIN_TAP.png</a:t>
            </a:r>
          </a:p>
        </p:txBody>
      </p:sp>
      <p:pic>
        <p:nvPicPr>
          <p:cNvPr id="3" name="Picture 2" descr="09_G2_TRAI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11 · 10_G3_TRAIN_TAP.png</a:t>
            </a:r>
          </a:p>
        </p:txBody>
      </p:sp>
      <p:pic>
        <p:nvPicPr>
          <p:cNvPr id="3" name="Picture 2" descr="10_G3_TRAI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12 · 11_G4_TRAIN_SORT.png</a:t>
            </a:r>
          </a:p>
        </p:txBody>
      </p:sp>
      <p:pic>
        <p:nvPicPr>
          <p:cNvPr id="3" name="Picture 2" descr="11_G4_TRAIN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13 · 12_P1_TRAIN_SORT.png</a:t>
            </a:r>
          </a:p>
        </p:txBody>
      </p:sp>
      <p:pic>
        <p:nvPicPr>
          <p:cNvPr id="3" name="Picture 2" descr="12_P1_TRAIN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14 · 13_P2_MATRA_FILL.png</a:t>
            </a:r>
          </a:p>
        </p:txBody>
      </p:sp>
      <p:pic>
        <p:nvPicPr>
          <p:cNvPr id="3" name="Picture 2" descr="13_P2_MATRA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15 · 14_P3_TRAIN_SORT.png</a:t>
            </a:r>
          </a:p>
        </p:txBody>
      </p:sp>
      <p:pic>
        <p:nvPicPr>
          <p:cNvPr id="3" name="Picture 2" descr="14_P3_TRAIN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16 · 15_P4_POEM_SEARCH.png</a:t>
            </a:r>
          </a:p>
        </p:txBody>
      </p:sp>
      <p:pic>
        <p:nvPicPr>
          <p:cNvPr id="3" name="Picture 2" descr="15_P4_POEM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17 · 16_CEL_CELEBRATION.png</a:t>
            </a:r>
          </a:p>
        </p:txBody>
      </p:sp>
      <p:pic>
        <p:nvPicPr>
          <p:cNvPr id="3" name="Picture 2" descr="16_CEL_CELE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712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reviewing build 90a0c4717e80  (HI02H11_L02_S01.html)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